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21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6123" y="1788815"/>
            <a:ext cx="595165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Traffic Light Simulation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260712" y="2489795"/>
            <a:ext cx="262247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OpenGL 3.3 Core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08243" y="3114576"/>
            <a:ext cx="1927515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Al Abd Alrahman • 28 February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60"/>
            <a:ext cx="762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traffic light simulation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10 sec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5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2 sec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10 sec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brightness and movement control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single-file architecture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16306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OpenGL 3.3 Core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10304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graphics 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71343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GLFW + GLEW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145387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&amp; extension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64301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2026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4101228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VAO/VBO: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Vertex data storage on GPU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 and color logic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Dynamic property control from CPU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Transparency for dim lights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glfwGetTime():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Auto-switch timer mechanism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085641"/>
            <a:ext cx="7461504" cy="1348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active light brightness</a:t>
            </a:r>
            <a:b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solidFill>
                  <a:schemeClr val="bg1"/>
                </a:solidFill>
              </a:rPr>
              <a:t>Every frame W is held, </a:t>
            </a:r>
            <a:r>
              <a:rPr lang="en-US" dirty="0" err="1">
                <a:solidFill>
                  <a:schemeClr val="bg1"/>
                </a:solidFill>
              </a:rPr>
              <a:t>activeAlpha</a:t>
            </a:r>
            <a:r>
              <a:rPr lang="en-US" dirty="0">
                <a:solidFill>
                  <a:schemeClr val="bg1"/>
                </a:solidFill>
              </a:rPr>
              <a:t> += 0.01f runs in </a:t>
            </a:r>
            <a:r>
              <a:rPr lang="en-US" dirty="0" err="1">
                <a:solidFill>
                  <a:schemeClr val="bg1"/>
                </a:solidFill>
              </a:rPr>
              <a:t>processInput</a:t>
            </a:r>
            <a:r>
              <a:rPr lang="en-US" dirty="0">
                <a:solidFill>
                  <a:schemeClr val="bg1"/>
                </a:solidFill>
              </a:rPr>
              <a:t>(). That value is sent to the fragment shader via glUniform1f(</a:t>
            </a:r>
            <a:r>
              <a:rPr lang="en-US" dirty="0" err="1">
                <a:solidFill>
                  <a:schemeClr val="bg1"/>
                </a:solidFill>
              </a:rPr>
              <a:t>locAlpha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activeAlpha</a:t>
            </a:r>
            <a:r>
              <a:rPr lang="en-US" dirty="0">
                <a:solidFill>
                  <a:schemeClr val="bg1"/>
                </a:solidFill>
              </a:rPr>
              <a:t>). The shader uses it as the alpha channel in vec4(</a:t>
            </a:r>
            <a:r>
              <a:rPr lang="en-US" dirty="0" err="1">
                <a:solidFill>
                  <a:schemeClr val="bg1"/>
                </a:solidFill>
              </a:rPr>
              <a:t>uColor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uAlpha</a:t>
            </a:r>
            <a:r>
              <a:rPr lang="en-US" dirty="0">
                <a:solidFill>
                  <a:schemeClr val="bg1"/>
                </a:solidFill>
              </a:rPr>
              <a:t>), making the active light appear more opaque.</a:t>
            </a:r>
          </a:p>
          <a:p>
            <a:br>
              <a:rPr lang="en-US" sz="1400" dirty="0"/>
            </a:b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514106"/>
            <a:ext cx="7461504" cy="127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 active light brightness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Same as W but </a:t>
            </a:r>
            <a:r>
              <a:rPr lang="en-US" dirty="0" err="1">
                <a:solidFill>
                  <a:schemeClr val="bg1"/>
                </a:solidFill>
              </a:rPr>
              <a:t>activeAlpha</a:t>
            </a:r>
            <a:r>
              <a:rPr lang="en-US" dirty="0">
                <a:solidFill>
                  <a:schemeClr val="bg1"/>
                </a:solidFill>
              </a:rPr>
              <a:t> -= 0.01f, clamped at 0.1f so the light never fully disappears. The dim inactive lights use a hardcoded 0.15f — S only affects the currently active one.</a:t>
            </a:r>
          </a:p>
          <a:p>
            <a:br>
              <a:rPr lang="en-US" sz="1400" dirty="0"/>
            </a:br>
            <a:endParaRPr lang="en-US" sz="1350" b="1" u="sng" dirty="0"/>
          </a:p>
        </p:txBody>
      </p:sp>
      <p:sp>
        <p:nvSpPr>
          <p:cNvPr id="6" name="Text 4"/>
          <p:cNvSpPr/>
          <p:nvPr/>
        </p:nvSpPr>
        <p:spPr>
          <a:xfrm>
            <a:off x="914400" y="3625679"/>
            <a:ext cx="7461504" cy="1219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en-US" sz="1350" b="1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traffic light left / right</a:t>
            </a:r>
            <a:b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solidFill>
                  <a:schemeClr val="bg1"/>
                </a:solidFill>
              </a:rPr>
              <a:t>Every frame A is held, </a:t>
            </a:r>
            <a:r>
              <a:rPr lang="en-US" dirty="0" err="1">
                <a:solidFill>
                  <a:schemeClr val="bg1"/>
                </a:solidFill>
              </a:rPr>
              <a:t>xOffset</a:t>
            </a:r>
            <a:r>
              <a:rPr lang="en-US" dirty="0">
                <a:solidFill>
                  <a:schemeClr val="bg1"/>
                </a:solidFill>
              </a:rPr>
              <a:t> -= 0.01f runs (D does += 0.01f). That value is sent to the vertex shader via glUniform1f(</a:t>
            </a:r>
            <a:r>
              <a:rPr lang="en-US" dirty="0" err="1">
                <a:solidFill>
                  <a:schemeClr val="bg1"/>
                </a:solidFill>
              </a:rPr>
              <a:t>locX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xOffset</a:t>
            </a:r>
            <a:r>
              <a:rPr lang="en-US" dirty="0">
                <a:solidFill>
                  <a:schemeClr val="bg1"/>
                </a:solidFill>
              </a:rPr>
              <a:t>). Inside the shader, every vertex gets </a:t>
            </a:r>
            <a:r>
              <a:rPr lang="en-US" dirty="0" err="1">
                <a:solidFill>
                  <a:schemeClr val="bg1"/>
                </a:solidFill>
              </a:rPr>
              <a:t>aPos.x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dirty="0" err="1">
                <a:solidFill>
                  <a:schemeClr val="bg1"/>
                </a:solidFill>
              </a:rPr>
              <a:t>uXOffset</a:t>
            </a:r>
            <a:r>
              <a:rPr lang="en-US" dirty="0">
                <a:solidFill>
                  <a:schemeClr val="bg1"/>
                </a:solidFill>
              </a:rPr>
              <a:t> applied — so the </a:t>
            </a:r>
            <a:r>
              <a:rPr lang="en-US" b="1" dirty="0">
                <a:solidFill>
                  <a:schemeClr val="bg1"/>
                </a:solidFill>
              </a:rPr>
              <a:t>entire scene</a:t>
            </a:r>
            <a:r>
              <a:rPr lang="en-US" dirty="0">
                <a:solidFill>
                  <a:schemeClr val="bg1"/>
                </a:solidFill>
              </a:rPr>
              <a:t> (pole + box + all 3 lights) shifts together because all draw calls use the same </a:t>
            </a:r>
            <a:r>
              <a:rPr lang="en-US" dirty="0" err="1">
                <a:solidFill>
                  <a:schemeClr val="bg1"/>
                </a:solidFill>
              </a:rPr>
              <a:t>xOffset</a:t>
            </a:r>
            <a:r>
              <a:rPr lang="en-US" dirty="0">
                <a:solidFill>
                  <a:schemeClr val="bg1"/>
                </a:solidFill>
              </a:rPr>
              <a:t> uniform.</a:t>
            </a:r>
            <a:endParaRPr lang="en-US" sz="135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89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61"/>
            <a:ext cx="7924800" cy="166102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86883"/>
            <a:ext cx="7924800" cy="166102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554461"/>
            <a:ext cx="75780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Drawing Shapes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6300" y="2026841"/>
            <a:ext cx="757809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draw rectangles and squares without built-in functions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544961"/>
            <a:ext cx="757809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2 triangles per shape (6 vertices)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3215483"/>
            <a:ext cx="75780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Auto-Switching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76300" y="3687863"/>
            <a:ext cx="757809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set different durations for each light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6300" y="4205983"/>
            <a:ext cx="757809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lightDuration[] array + glfwGetTime()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217904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698543"/>
            <a:ext cx="7924800" cy="14216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Highlights (1/2)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478261"/>
            <a:ext cx="75780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Uniforms for Dynamic Control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6300" y="1950641"/>
            <a:ext cx="74295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glUniform1f(locX, xOffset);</a:t>
            </a:r>
            <a:endParaRPr lang="en-US" sz="1200" dirty="0"/>
          </a:p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glUniform3f(locColor, 1.0f, 0.0f, 0.0f);</a:t>
            </a:r>
            <a:endParaRPr lang="en-US" sz="1200" dirty="0"/>
          </a:p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glUniform1f(locAlpha, activeAlpha);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986783"/>
            <a:ext cx="757809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values from CPU to shader each frame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3885902"/>
            <a:ext cx="75780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Time-Based Auto-Switching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76300" y="4358283"/>
            <a:ext cx="757809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(currentTime - lastSwitchTime &gt;= lightDuration[lightState])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6300" y="4906863"/>
            <a:ext cx="757809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current time with duration to trigger switch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93526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13522"/>
            <a:ext cx="7924800" cy="169148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Highlights (2/2)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478261"/>
            <a:ext cx="75780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Blending for Transparency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6300" y="1950644"/>
            <a:ext cx="7429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glEnable(GL_BLEND);</a:t>
            </a:r>
            <a:endParaRPr lang="en-US" sz="1200" dirty="0"/>
          </a:p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glBlendFunc(GL_SRC_ALPHA, GL_ONE_MINUS_SRC_ALPHA);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743005"/>
            <a:ext cx="757809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transparency to show dim lights (alpha = 0.15)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3642122"/>
            <a:ext cx="75780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Shape Reuse Efficiency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76300" y="4114502"/>
            <a:ext cx="757809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glDrawArrays(GL_TRIANGLES, 12, 6); // same shape 3 times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6300" y="4663083"/>
            <a:ext cx="757809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same square 3 times with different colors and positions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4" y="1712616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471</Words>
  <Application>Microsoft Office PowerPoint</Application>
  <PresentationFormat>On-screen Show (16:9)</PresentationFormat>
  <Paragraphs>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Hamza AlAbd</cp:lastModifiedBy>
  <cp:revision>3</cp:revision>
  <dcterms:created xsi:type="dcterms:W3CDTF">2026-02-27T19:07:43Z</dcterms:created>
  <dcterms:modified xsi:type="dcterms:W3CDTF">2026-02-27T19:18:25Z</dcterms:modified>
</cp:coreProperties>
</file>